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94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1188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n Caetano Goes" userId="4d3c20ddda881c76" providerId="LiveId" clId="{2A50064E-D661-4C1F-82FC-BB665948E645}"/>
    <pc:docChg chg="delSld">
      <pc:chgData name="Willian Caetano Goes" userId="4d3c20ddda881c76" providerId="LiveId" clId="{2A50064E-D661-4C1F-82FC-BB665948E645}" dt="2026-03-25T19:14:55.492" v="6" actId="47"/>
      <pc:docMkLst>
        <pc:docMk/>
      </pc:docMkLst>
      <pc:sldChg chg="del">
        <pc:chgData name="Willian Caetano Goes" userId="4d3c20ddda881c76" providerId="LiveId" clId="{2A50064E-D661-4C1F-82FC-BB665948E645}" dt="2026-03-25T19:14:55.492" v="6" actId="47"/>
        <pc:sldMkLst>
          <pc:docMk/>
          <pc:sldMk cId="3619690816" sldId="257"/>
        </pc:sldMkLst>
      </pc:sldChg>
      <pc:sldChg chg="del">
        <pc:chgData name="Willian Caetano Goes" userId="4d3c20ddda881c76" providerId="LiveId" clId="{2A50064E-D661-4C1F-82FC-BB665948E645}" dt="2026-03-25T19:14:54.487" v="5" actId="47"/>
        <pc:sldMkLst>
          <pc:docMk/>
          <pc:sldMk cId="1672781408" sldId="258"/>
        </pc:sldMkLst>
      </pc:sldChg>
      <pc:sldChg chg="del">
        <pc:chgData name="Willian Caetano Goes" userId="4d3c20ddda881c76" providerId="LiveId" clId="{2A50064E-D661-4C1F-82FC-BB665948E645}" dt="2026-03-25T19:14:47.818" v="0" actId="47"/>
        <pc:sldMkLst>
          <pc:docMk/>
          <pc:sldMk cId="3732048588" sldId="259"/>
        </pc:sldMkLst>
      </pc:sldChg>
      <pc:sldChg chg="del">
        <pc:chgData name="Willian Caetano Goes" userId="4d3c20ddda881c76" providerId="LiveId" clId="{2A50064E-D661-4C1F-82FC-BB665948E645}" dt="2026-03-25T19:14:52.456" v="3" actId="47"/>
        <pc:sldMkLst>
          <pc:docMk/>
          <pc:sldMk cId="384910628" sldId="260"/>
        </pc:sldMkLst>
      </pc:sldChg>
      <pc:sldChg chg="del">
        <pc:chgData name="Willian Caetano Goes" userId="4d3c20ddda881c76" providerId="LiveId" clId="{2A50064E-D661-4C1F-82FC-BB665948E645}" dt="2026-03-25T19:14:49.800" v="2" actId="47"/>
        <pc:sldMkLst>
          <pc:docMk/>
          <pc:sldMk cId="1407318970" sldId="261"/>
        </pc:sldMkLst>
      </pc:sldChg>
      <pc:sldChg chg="del">
        <pc:chgData name="Willian Caetano Goes" userId="4d3c20ddda881c76" providerId="LiveId" clId="{2A50064E-D661-4C1F-82FC-BB665948E645}" dt="2026-03-25T19:14:53.612" v="4" actId="47"/>
        <pc:sldMkLst>
          <pc:docMk/>
          <pc:sldMk cId="511636167" sldId="262"/>
        </pc:sldMkLst>
      </pc:sldChg>
      <pc:sldChg chg="del">
        <pc:chgData name="Willian Caetano Goes" userId="4d3c20ddda881c76" providerId="LiveId" clId="{2A50064E-D661-4C1F-82FC-BB665948E645}" dt="2026-03-25T19:14:48.895" v="1" actId="47"/>
        <pc:sldMkLst>
          <pc:docMk/>
          <pc:sldMk cId="1947538599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E5E73-C597-8868-3747-1F3AB1413A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C4691A-1F4F-B293-B0D8-EC88C78B28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90AABF-A462-1F03-7B80-88B94AC24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E3739-F6C0-49DA-8658-A37FE242732C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4D1B68-A0AA-9096-90A2-95C2C37A8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34725A-DEC6-324D-48BF-06357BD66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B25D-CE4E-40FC-885E-B99DFC7621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4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6C4C41-009C-6A1B-5BF2-9A52A2D09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58745C-A2E9-26C4-5926-6C1E7B9AE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E8F876-B194-2696-8E3F-2D5949509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E3739-F6C0-49DA-8658-A37FE242732C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501B10-375E-7BE3-C1DE-E8EED6400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3F1207-2616-E74E-5962-341EDF907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B25D-CE4E-40FC-885E-B99DFC7621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80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BCF7A9-6A9F-D3DB-A280-F26784E41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6781DE-A962-73D9-9F71-96DAB4EC3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CCBD40-3D03-965B-B405-739ED185D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E3739-F6C0-49DA-8658-A37FE242732C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1E03CE-3698-665B-D80B-1C4C8336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CF4D96-1AF3-8879-090C-44ED1E348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B25D-CE4E-40FC-885E-B99DFC7621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0308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2D9728-7720-838A-8D9A-46A5D0C4A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13B510-542E-65AE-6241-E538E360E6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BF2048-BB7D-E68B-5B02-1EF5D9C8B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C4E672B-FE3B-7073-E506-6BD0DC00F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E3739-F6C0-49DA-8658-A37FE242732C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EE8C81-8182-7F9D-FDD3-17723A5E4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7BB91B1-8AF3-EA5D-314C-5120058E4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B25D-CE4E-40FC-885E-B99DFC7621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231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82F93F-A994-4582-AD3E-97B14C1E8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7048E5-7725-A29B-C094-747B7C836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C566286-B6D3-2535-EFC8-A1E23C85B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D5ED0A6-CB46-364F-5054-9A6EF67B9E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919DDE1-BA0D-F272-93D3-5AB5C8614F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1F7DE3E-363A-3A7E-B142-CC339279A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E3739-F6C0-49DA-8658-A37FE242732C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6048B8A-6DB0-1780-6530-E9D358E8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0BBFD28-AA0F-30EE-DF41-D3F52082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B25D-CE4E-40FC-885E-B99DFC7621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8460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6A5047-6CD7-0DAB-4555-FE8582646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99A470A-5EED-F81C-19B2-372C4D7B7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E3739-F6C0-49DA-8658-A37FE242732C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1FEBE63-E36C-197F-7B17-4CE930E8B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376A256-3128-FCF7-1216-D55BE42F7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B25D-CE4E-40FC-885E-B99DFC7621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213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25E076B-8838-9C9B-F705-C3268ADE4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E3739-F6C0-49DA-8658-A37FE242732C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6B54687-8096-CD7B-E460-646F523A3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F76028D-9D71-54BF-9CD7-80442A92A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B25D-CE4E-40FC-885E-B99DFC7621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7281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76AB36-A929-541D-8977-BB19A22F0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2F79F8-5F5F-02AC-F4C3-D636E9798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47F474D-06CD-66BF-2E98-AD80D97E8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4531B51-9D5D-791A-52CA-CD7AE30D1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E3739-F6C0-49DA-8658-A37FE242732C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3D38F8-8244-4661-77D2-BC2468DEB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62E0123-0759-3C53-5EEC-76B5E213A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B25D-CE4E-40FC-885E-B99DFC7621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3296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7F06BD-1161-1E5B-865A-83E309131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2EEE78-FE81-1275-76C4-023F19246D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3C36986-DA78-0700-F9D2-45F5E70415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685AB4-F00C-CE2F-4EAD-78EE17C48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E3739-F6C0-49DA-8658-A37FE242732C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B9E2F78-BB54-FB8C-1C57-E35750646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652EDA-52C6-F9B3-62A7-C727ECD2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B25D-CE4E-40FC-885E-B99DFC7621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229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4D5804-40B7-A47C-692C-7A7A189F7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01F725D-BDAC-B954-C34B-9FB197E18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A41349-3BE7-AB2A-1947-6BA42B294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E3739-F6C0-49DA-8658-A37FE242732C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62D30-F270-6D9E-7F0E-2A309A4CC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F4C3FA-2503-321D-A94D-72BF1BFC3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B25D-CE4E-40FC-885E-B99DFC7621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4142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B2DB29E-BA37-A8EA-B3D0-D5076431E2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0D2B373-DD22-3A08-73A9-85AB2C9AE6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D65624-755E-2137-CD53-30224C113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E3739-F6C0-49DA-8658-A37FE242732C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295F6F-AF49-2FD7-6643-A9C895545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7FE8FF-29F3-9BCC-A62A-53C03F28A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B25D-CE4E-40FC-885E-B99DFC7621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409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AAB667B-DF24-57C5-89F3-613825D1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5EE6B9-9579-5B58-4285-28FD679F8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BF14C7-C7E9-C067-5785-455E631BA4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8E3739-F6C0-49DA-8658-A37FE242732C}" type="datetimeFigureOut">
              <a:rPr lang="pt-BR" smtClean="0"/>
              <a:t>25/03/2026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75B5D0-9C71-ABC9-9D07-B5235E61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6A49AC-D953-70EC-2513-385BAD1EB0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F2B25D-CE4E-40FC-885E-B99DFC76218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1728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E94B6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Logotipo&#10;&#10;O conteúdo gerado por IA pode estar incorreto.">
            <a:extLst>
              <a:ext uri="{FF2B5EF4-FFF2-40B4-BE49-F238E27FC236}">
                <a16:creationId xmlns:a16="http://schemas.microsoft.com/office/drawing/2014/main" id="{DEE22A93-3623-24B9-BD9C-8270597CEE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79" t="13583" r="16065" b="11746"/>
          <a:stretch>
            <a:fillRect/>
          </a:stretch>
        </p:blipFill>
        <p:spPr>
          <a:xfrm>
            <a:off x="4140059" y="1214256"/>
            <a:ext cx="3937299" cy="441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4646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Willian Caetano Goes</dc:creator>
  <cp:lastModifiedBy>Willian Caetano Goes</cp:lastModifiedBy>
  <cp:revision>1</cp:revision>
  <dcterms:created xsi:type="dcterms:W3CDTF">2025-12-06T12:49:39Z</dcterms:created>
  <dcterms:modified xsi:type="dcterms:W3CDTF">2026-03-25T19:14:56Z</dcterms:modified>
</cp:coreProperties>
</file>